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2789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WellPoint Clinic Appointment Booking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92661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Seminar 3: Execution, Testing &amp; Modification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Group 17  ·  Preet Tanna  ·  Yug Sharma  ·  Aarav Sathvara  ·  Dhruv Suthar  ·  Parth Shah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Guide: H. V. Katpara  ·  R.C. Technical Institute, Ahmedabad  ·  Diploma in Computer Engineering – GTU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4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Progression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1607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From Planning to Working Prototype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13112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426990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57224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Planning &amp; Requirements Analysis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190301" y="213112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426990"/>
            <a:ext cx="5339919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2572246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Design &amp; ER Modeling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31982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494088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63934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Django Backend Development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190301" y="319821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494088"/>
            <a:ext cx="5339919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301" y="3639344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 Implementation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561185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70644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Integration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190301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561185"/>
            <a:ext cx="5339919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70644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&amp; Validation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61475" y="533241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5628283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77353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Issue Identification &amp; Modifications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190301" y="533241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08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90301" y="5628283"/>
            <a:ext cx="5339919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301" y="577353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Working Prototype Completion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86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Implementation: Role-Based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77764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Five Core User Roles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65722"/>
            <a:ext cx="3504715" cy="1623814"/>
          </a:xfrm>
          <a:prstGeom prst="roundRect">
            <a:avLst>
              <a:gd name="adj" fmla="val 169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2148780"/>
            <a:ext cx="313860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4529" y="2541191"/>
            <a:ext cx="313860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 doctors, book appointments, manage records, submit reviews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90" y="1965722"/>
            <a:ext cx="3504715" cy="1623814"/>
          </a:xfrm>
          <a:prstGeom prst="roundRect">
            <a:avLst>
              <a:gd name="adj" fmla="val 1691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526544" y="2148780"/>
            <a:ext cx="313860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544" y="2541191"/>
            <a:ext cx="313860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View appointments, manage availability, update records, issue prescriptions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5505" y="1965722"/>
            <a:ext cx="3504715" cy="1623814"/>
          </a:xfrm>
          <a:prstGeom prst="roundRect">
            <a:avLst>
              <a:gd name="adj" fmla="val 169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208559" y="2148780"/>
            <a:ext cx="313860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08559" y="2541191"/>
            <a:ext cx="313860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Manage clinic information, oversee operations and clinic-related workflows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1475" y="3766840"/>
            <a:ext cx="5345673" cy="1335385"/>
          </a:xfrm>
          <a:prstGeom prst="roundRect">
            <a:avLst>
              <a:gd name="adj" fmla="val 205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44529" y="3949898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 Staff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4529" y="4342309"/>
            <a:ext cx="49795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patient details, manage confirmations, assist operations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4448" y="3766840"/>
            <a:ext cx="5345773" cy="1335385"/>
          </a:xfrm>
          <a:prstGeom prst="roundRect">
            <a:avLst>
              <a:gd name="adj" fmla="val 205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67502" y="3949898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7502" y="4342309"/>
            <a:ext cx="497966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System-wide management, user verification, data integrity, reporting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475" y="5301754"/>
            <a:ext cx="10868745" cy="1005284"/>
          </a:xfrm>
          <a:prstGeom prst="roundRect">
            <a:avLst>
              <a:gd name="adj" fmla="val 2732"/>
            </a:avLst>
          </a:prstGeom>
          <a:solidFill>
            <a:srgbClr val="CCD7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5555059"/>
            <a:ext cx="228793" cy="18305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56376" y="5524798"/>
            <a:ext cx="10090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Workflow: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Patient → Doctor Search → Doctor Profile → Clinic &amp; Availability → Appointment Booking → Doctor Dashboard → Patient Records &amp; Prescriptions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41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 &amp; Development Environment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97943"/>
            <a:ext cx="6933530" cy="392906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996" y="1376759"/>
            <a:ext cx="3560475" cy="11550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4731" y="1549301"/>
            <a:ext cx="31392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24731" y="1913930"/>
            <a:ext cx="313920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HTML5, CSS3, JavaScript  ·  Bootstrap Framework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5996" y="2656483"/>
            <a:ext cx="3560475" cy="11550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4731" y="2829024"/>
            <a:ext cx="31392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224731" y="3193653"/>
            <a:ext cx="313920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3  ·  Django Web Framework  ·  Django ORM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5996" y="3936206"/>
            <a:ext cx="3560475" cy="11550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4731" y="4108748"/>
            <a:ext cx="31392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224731" y="4473377"/>
            <a:ext cx="313920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SQLite (Development &amp; Testing)  ·  MySQL (Planned for Production)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5996" y="5215930"/>
            <a:ext cx="3560475" cy="9323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4731" y="5388471"/>
            <a:ext cx="31392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Development Tools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224731" y="5753100"/>
            <a:ext cx="313920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 Code  ·  Git &amp;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26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Methodology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13061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Approaches Implemented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838" y="1678087"/>
            <a:ext cx="221451" cy="22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285" y="1673523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285" y="2019498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core features work as designed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838" y="2465090"/>
            <a:ext cx="221451" cy="221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285" y="2460526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Role-Based Testing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1285" y="2806502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 access control for each user role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838" y="3252093"/>
            <a:ext cx="221451" cy="221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1285" y="3247529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Negative Testing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41285" y="3593505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invalid inputs and edge cases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838" y="4039096"/>
            <a:ext cx="221451" cy="221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1285" y="4034532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Authorization Testing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1285" y="4380508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Ensure proper permission enforcement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838" y="4826099"/>
            <a:ext cx="221451" cy="221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1285" y="4821535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Integrity Testing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1285" y="5167511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Verify data relationships and constraints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838" y="5613102"/>
            <a:ext cx="221451" cy="221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1285" y="5608538"/>
            <a:ext cx="47744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 Testing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1141285" y="5954514"/>
            <a:ext cx="47744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Confirm modifications don't break existing functionality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282275" y="1313061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Tools &amp; Frameworks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6282275" y="1673523"/>
            <a:ext cx="2569503" cy="851595"/>
          </a:xfrm>
          <a:prstGeom prst="roundRect">
            <a:avLst>
              <a:gd name="adj" fmla="val 2601"/>
            </a:avLst>
          </a:prstGeom>
          <a:solidFill>
            <a:srgbClr val="F2EEEE"/>
          </a:solidFill>
          <a:ln/>
        </p:spPr>
      </p:sp>
      <p:sp>
        <p:nvSpPr>
          <p:cNvPr id="24" name="Text 16"/>
          <p:cNvSpPr/>
          <p:nvPr/>
        </p:nvSpPr>
        <p:spPr>
          <a:xfrm>
            <a:off x="6429909" y="1821160"/>
            <a:ext cx="227423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Django Test Framework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8967067" y="1673523"/>
            <a:ext cx="2569503" cy="851595"/>
          </a:xfrm>
          <a:prstGeom prst="roundRect">
            <a:avLst>
              <a:gd name="adj" fmla="val 2601"/>
            </a:avLst>
          </a:prstGeom>
          <a:solidFill>
            <a:srgbClr val="F2EEEE"/>
          </a:solidFill>
          <a:ln/>
        </p:spPr>
      </p:sp>
      <p:sp>
        <p:nvSpPr>
          <p:cNvPr id="26" name="Text 18"/>
          <p:cNvSpPr/>
          <p:nvPr/>
        </p:nvSpPr>
        <p:spPr>
          <a:xfrm>
            <a:off x="9114701" y="1821160"/>
            <a:ext cx="227423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django.test.Client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9114701" y="2167136"/>
            <a:ext cx="227423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 &amp; workflow testing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82275" y="2640409"/>
            <a:ext cx="2569503" cy="525959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9" name="Text 21"/>
          <p:cNvSpPr/>
          <p:nvPr/>
        </p:nvSpPr>
        <p:spPr>
          <a:xfrm>
            <a:off x="6429909" y="2788047"/>
            <a:ext cx="227423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 &amp; UI Testing</a:t>
            </a:r>
            <a:endParaRPr lang="en-US" sz="1450" dirty="0"/>
          </a:p>
        </p:txBody>
      </p:sp>
      <p:sp>
        <p:nvSpPr>
          <p:cNvPr id="30" name="Shape 22"/>
          <p:cNvSpPr/>
          <p:nvPr/>
        </p:nvSpPr>
        <p:spPr>
          <a:xfrm>
            <a:off x="8967067" y="2640409"/>
            <a:ext cx="2569503" cy="525959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31" name="Text 23"/>
          <p:cNvSpPr/>
          <p:nvPr/>
        </p:nvSpPr>
        <p:spPr>
          <a:xfrm>
            <a:off x="9114701" y="2788047"/>
            <a:ext cx="227423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Python Automation Scripts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6282275" y="3281660"/>
            <a:ext cx="5254295" cy="525959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33" name="Text 25"/>
          <p:cNvSpPr/>
          <p:nvPr/>
        </p:nvSpPr>
        <p:spPr>
          <a:xfrm>
            <a:off x="6429909" y="3429298"/>
            <a:ext cx="495902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Django ORM &amp; DB Inspection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16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Results &amp; Verification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9688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A86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Testing Areas — All Passed ✓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6617" y="1686620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Booking Workflow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86617" y="2014339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booking flow validated successfully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6617" y="2474119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Duplicate / Double-Booking Prevention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86617" y="2801838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Conflict detection logic confirmed operational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6617" y="3261618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86617" y="3589337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Permission boundaries enforced across all five roles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6617" y="4049117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&amp; Rating Validation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86617" y="4376837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Rating scale and submission rules verified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6617" y="4836616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Relationship Integrity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6617" y="5164336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relational constraints passed inspection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86617" y="5624116"/>
            <a:ext cx="4836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 Verification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86617" y="5951835"/>
            <a:ext cx="48362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Post-modification functionality confirmed stable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5131" y="129688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/ Verification Screenshot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5131" y="1637903"/>
          <a:ext cx="9143771" cy="914400"/>
        </p:xfrm>
        <a:graphic>
          <a:graphicData uri="http://schemas.openxmlformats.org/drawingml/2006/table">
            <a:tbl>
              <a:tblPr/>
              <a:tblGrid>
                <a:gridCol w="5261439"/>
              </a:tblGrid>
              <a:tr h="65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TESTING / VERIFICATION SCREENSHOT HERE ]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Django test runner output or browser verification result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91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Issues Identified &amp; Modifications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35820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928" y="1844278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Patient Profile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9928" y="2236688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Added profile validation before appointment submission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90" y="1635820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1943" y="1844278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Booking Validation Error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51943" y="2236688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Implemented comprehensive input validation and error messaging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25505" y="1635820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3958" y="1844278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Login Account-Status Mismatch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33958" y="2236688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Fixed account status verification in authentication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3199309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28" y="3407767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Availability Slot Handling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9928" y="3800177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Corrected slot assignment and conflict detection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90" y="3199309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1943" y="3407767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Doctor Title Duplication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51943" y="3800177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Removed duplicate entries in doctor profile display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25505" y="3199309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3958" y="3407767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Appointment/Payment Status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33958" y="3800177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Clarified status labels and workflow indicators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4762798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9928" y="4971256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Incorrect Currency Symbol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9928" y="5363666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Standardized currency formatting across the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90" y="4762798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1943" y="4971256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Booking Page Layout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51943" y="5363666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responsive design and form layout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25505" y="4762798"/>
            <a:ext cx="3504715" cy="138618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3958" y="4971256"/>
            <a:ext cx="308780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Rating Validation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33958" y="5363666"/>
            <a:ext cx="308780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Enhanced validation for rating scale and review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96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Current Working Prototype — User Journey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157684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14720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Type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14720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Select Clinic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14720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Doctor Profile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14720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 Doctor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147206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Home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215434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Implemented Features: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Doctor search &amp; filtering by specialty, clinic &amp; availability  ·  Profile viewing with qualifications &amp; reviews  ·  Date/time selection, rescheduling &amp; cancellation  ·  Patient records &amp; prescription management  ·  Review &amp; rating submission  ·  Admin verification &amp; user management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5698728"/>
          <a:ext cx="9143771" cy="914400"/>
        </p:xfrm>
        <a:graphic>
          <a:graphicData uri="http://schemas.openxmlformats.org/drawingml/2006/table">
            <a:tbl>
              <a:tblPr/>
              <a:tblGrid>
                <a:gridCol w="10868745"/>
              </a:tblGrid>
              <a:tr h="6085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REAL BOOKING WORKFLOW SCREENSHOT HERE ]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Full booking flow — from homepage to appointment confirmation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4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Prototype Screens — Patient 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910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Patient Interface &amp; Dashboard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93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Homepage / Find Doctors</a:t>
            </a:r>
            <a:endParaRPr lang="en-US" sz="1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701058"/>
          <a:ext cx="9143771" cy="914400"/>
        </p:xfrm>
        <a:graphic>
          <a:graphicData uri="http://schemas.openxmlformats.org/drawingml/2006/table">
            <a:tbl>
              <a:tblPr/>
              <a:tblGrid>
                <a:gridCol w="5203794"/>
              </a:tblGrid>
              <a:tr h="14111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HOMEPAGE / FIND DOCTORS SCREENSHOT HERE ]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Search, filter, and browse available doctors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32776" y="3193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Dashboard</a:t>
            </a:r>
            <a:endParaRPr lang="en-US" sz="18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3701058"/>
          <a:ext cx="9143771" cy="914400"/>
        </p:xfrm>
        <a:graphic>
          <a:graphicData uri="http://schemas.openxmlformats.org/drawingml/2006/table">
            <a:tbl>
              <a:tblPr/>
              <a:tblGrid>
                <a:gridCol w="5203794"/>
              </a:tblGrid>
              <a:tr h="14111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PATIENT DASHBOARD SCREENSHOT HERE ]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Appointments, records, and prescription management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4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Prototype Screens — Doctor &amp; Admin 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910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Doctor &amp; Administrator Interfaces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93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Doctor Dashboard</a:t>
            </a:r>
            <a:endParaRPr lang="en-US" sz="1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701058"/>
          <a:ext cx="9143771" cy="914400"/>
        </p:xfrm>
        <a:graphic>
          <a:graphicData uri="http://schemas.openxmlformats.org/drawingml/2006/table">
            <a:tbl>
              <a:tblPr/>
              <a:tblGrid>
                <a:gridCol w="5203794"/>
              </a:tblGrid>
              <a:tr h="14111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DOCTOR DASHBOARD SCREENSHOT HERE ]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Appointments, availability, and patient records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32776" y="3193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Admin Dashboard</a:t>
            </a:r>
            <a:endParaRPr lang="en-US" sz="18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3701058"/>
          <a:ext cx="9143771" cy="914400"/>
        </p:xfrm>
        <a:graphic>
          <a:graphicData uri="http://schemas.openxmlformats.org/drawingml/2006/table">
            <a:tbl>
              <a:tblPr/>
              <a:tblGrid>
                <a:gridCol w="5203794"/>
              </a:tblGrid>
              <a:tr h="14111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[ INSERT ADMIN DASHBOARD SCREENSHOT HERE ]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User verification, system management, and reporting</a:t>
                      </a:r>
                      <a:endParaRPr lang="en-US" sz="18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2026-09-18T07:25:02Z</dcterms:created>
  <dcterms:modified xsi:type="dcterms:W3CDTF">2026-09-18T07:25:02Z</dcterms:modified>
</cp:coreProperties>
</file>